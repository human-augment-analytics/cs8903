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11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purpose of the new unit meeting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the process was redesigned.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the advisor's limited 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what researchers now manage.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built-in flexibility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how new units will be 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Reference the guide and invite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557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80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40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6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1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8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28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50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55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5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37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97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w/c/492032ff403677c4/IQD_fHNmnSxnSrpjJHg1JxBeAStDRYCNPLdagU6iwTLo26c?e=Bi7UaH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932" y="286603"/>
            <a:ext cx="6750987" cy="1450757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lang="en-US" sz="2800" b="1" dirty="0">
                <a:solidFill>
                  <a:schemeClr val="accent2"/>
                </a:solidFill>
              </a:rPr>
              <a:t>Faculty &amp; Computational Advisor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204" y="2023962"/>
            <a:ext cx="6697715" cy="3845131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 i="1" dirty="0"/>
              <a:t>HAAG Unit Meeting Structure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4150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823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lang="en-US" b="1" dirty="0"/>
              <a:t>Why This New Structure?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2200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Before 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Inconsistent unit meetings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Administrative burden on faculty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Different expectations across units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endParaRPr lang="en-US" dirty="0"/>
          </a:p>
          <a:p>
            <a:pPr marL="0" indent="0">
              <a:buNone/>
              <a:defRPr sz="2200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After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Standardized workflow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Researchers prepare everything beforehand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Advisors focus on mentorship</a:t>
            </a:r>
            <a:endParaRPr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3476FC9D-264C-210F-CD64-ACF99C1D89BC}"/>
              </a:ext>
            </a:extLst>
          </p:cNvPr>
          <p:cNvSpPr/>
          <p:nvPr/>
        </p:nvSpPr>
        <p:spPr>
          <a:xfrm>
            <a:off x="2587752" y="3682069"/>
            <a:ext cx="320040" cy="3506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Your Job is Simple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✅ Attend meetings</a:t>
            </a:r>
          </a:p>
          <a:p>
            <a:r>
              <a:rPr lang="en-US" sz="2200" dirty="0"/>
              <a:t>✅ Share your expertise</a:t>
            </a:r>
          </a:p>
          <a:p>
            <a:r>
              <a:rPr lang="en-US" sz="2200" dirty="0"/>
              <a:t>✅ Mentor researchers</a:t>
            </a:r>
          </a:p>
          <a:p>
            <a:pPr marL="0" indent="0">
              <a:buNone/>
              <a:defRPr sz="2200"/>
            </a:pPr>
            <a:endParaRPr lang="en-US" dirty="0"/>
          </a:p>
          <a:p>
            <a:pPr marL="0" indent="0">
              <a:buNone/>
              <a:defRPr sz="2200"/>
            </a:pPr>
            <a:r>
              <a:rPr lang="en-US" sz="2400" dirty="0"/>
              <a:t>Everything else should already be prepared before you arrive.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lang="en-US" dirty="0"/>
              <a:t>What You Don't Need to Worry About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Preparing meeting agendas 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Collecting presentation slides 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Recording meetings 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Writing meeting reports 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Tracking attendance 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Managing participation or grading</a:t>
            </a:r>
          </a:p>
          <a:p>
            <a:pPr marL="0" indent="0">
              <a:buNone/>
              <a:defRPr sz="2200"/>
            </a:pPr>
            <a:r>
              <a:rPr lang="en-US" sz="2400" dirty="0"/>
              <a:t>Researcher accountability is managed through the standardized unit meeting workflow, which allows faculty to stay informed without managing attendance, grading, or enforcement.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b="1" dirty="0"/>
              <a:t>Flexible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lang="en-US" b="1" dirty="0"/>
              <a:t>Meetings continue even if …</a:t>
            </a:r>
            <a:r>
              <a:rPr dirty="0"/>
              <a:t>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A faculty advisor is unavailable for a particular week 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A unit is led by a computational advisor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A faculty advisor has not been assigned yet</a:t>
            </a:r>
          </a:p>
          <a:p>
            <a:pPr marL="0" indent="0">
              <a:buNone/>
              <a:defRPr sz="2200"/>
            </a:pPr>
            <a:r>
              <a:rPr lang="en-US" dirty="0"/>
              <a:t>  </a:t>
            </a:r>
          </a:p>
          <a:p>
            <a:pPr marL="0" indent="0">
              <a:buNone/>
              <a:defRPr sz="2200"/>
            </a:pPr>
            <a:r>
              <a:rPr lang="en-US" sz="2400" dirty="0"/>
              <a:t>The meeting process continues using the same workflow</a:t>
            </a:r>
          </a:p>
          <a:p>
            <a:pPr marL="0" indent="0">
              <a:buNone/>
              <a:defRPr sz="2200"/>
            </a:pPr>
            <a:r>
              <a:rPr lang="en-US" i="1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If You're Invited to Join a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Mentor researchers 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Provide project feedback 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Share your expertise</a:t>
            </a:r>
          </a:p>
          <a:p>
            <a:pPr>
              <a:buFont typeface="Arial" panose="020B0604020202020204" pitchFamily="34" charset="0"/>
              <a:buChar char="•"/>
              <a:defRPr sz="2200"/>
            </a:pPr>
            <a:r>
              <a:rPr lang="en-US" dirty="0"/>
              <a:t> Administrative coordination is handled separately</a:t>
            </a:r>
          </a:p>
          <a:p>
            <a:pPr marL="0" indent="0">
              <a:buNone/>
              <a:defRPr sz="2200"/>
            </a:pPr>
            <a:endParaRPr lang="en-US" dirty="0"/>
          </a:p>
          <a:p>
            <a:pPr marL="0" indent="0">
              <a:buNone/>
              <a:defRPr sz="2200"/>
            </a:pPr>
            <a:r>
              <a:rPr lang="en-US" sz="2400" dirty="0"/>
              <a:t>As HAAG grows, this onboarding process will continue to evolve while keeping advisor responsibilities focused on mentorship.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/>
            </a:pPr>
            <a:r>
              <a:rPr lang="en-US" sz="2800" b="1" dirty="0"/>
              <a:t>Questions?</a:t>
            </a:r>
            <a:endParaRPr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 📖 See the </a:t>
            </a:r>
            <a:r>
              <a:rPr lang="en-US" sz="2200" b="1" dirty="0"/>
              <a:t>Unit Researcher Guide</a:t>
            </a:r>
            <a:endParaRPr lang="en-US" sz="2200" dirty="0"/>
          </a:p>
          <a:p>
            <a:r>
              <a:rPr lang="en-US" sz="2200" dirty="0"/>
              <a:t>💬 Feedback?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Reply in the initiative thread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 Submit feedback using the designated process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400" dirty="0">
                <a:hlinkClick r:id="rId3"/>
              </a:rPr>
              <a:t>HAAG_Unit_Researcher_Guide_v3 (12).docx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1231</TotalTime>
  <Words>302</Words>
  <Application>Microsoft Office PowerPoint</Application>
  <PresentationFormat>Widescreen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Retrospect</vt:lpstr>
      <vt:lpstr>Faculty &amp; Computational Advisor Onboarding</vt:lpstr>
      <vt:lpstr>Why This New Structure?</vt:lpstr>
      <vt:lpstr>Your Job is Simple</vt:lpstr>
      <vt:lpstr>What You Don't Need to Worry About</vt:lpstr>
      <vt:lpstr>Flexible by Design</vt:lpstr>
      <vt:lpstr>If You're Invited to Join a Unit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Arjun Sivanesan</cp:lastModifiedBy>
  <cp:revision>24</cp:revision>
  <dcterms:created xsi:type="dcterms:W3CDTF">2013-01-27T09:14:16Z</dcterms:created>
  <dcterms:modified xsi:type="dcterms:W3CDTF">2026-08-06T15:23:00Z</dcterms:modified>
  <cp:category/>
</cp:coreProperties>
</file>